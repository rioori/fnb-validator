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ousel-01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ousel-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ousel-03-introdu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owcase-m02-dashboard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owcase-m03-health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owcase-m04-sensitivity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owcase-m08-ai-chat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howcase-m06-knowledge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ousel-09-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rousel-10-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